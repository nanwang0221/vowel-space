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>
        <p:scale>
          <a:sx n="95" d="100"/>
          <a:sy n="95" d="100"/>
        </p:scale>
        <p:origin x="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943C-4E65-3779-CE0B-007ABE6EB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010775-9F8A-9024-A92E-98B5A1117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76AB5-7C06-D948-96D2-0CECA715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6194F-FDB7-3CE3-CE40-61C64548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471B-AFBA-9D5D-D12C-5323638B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C7FD-78A1-1A07-F0DC-3707C0A5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6368A-1D41-7959-E2FB-DAA2FC7D2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19071-3463-8FC1-F919-0985CBB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50634-E449-24A3-DA6A-28A31AC3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DCD1B-5033-2EF4-DAC4-067EC8BF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6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9C9D-EDD9-B94F-FBF4-7CC8DF593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FB7A0-E215-AD2F-19DF-F2981B3A7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DC3A5-B720-878D-92A7-DCFB24F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38021-5F59-7E9A-BE2B-3D3D55FE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E0252-F200-BA93-66BD-F5913C77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8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EBFA4-914A-A167-94DC-5B30EE49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3ADA9-69C2-C1EA-B475-4A4D99E97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3162C-F28D-5A53-2625-A66785F3E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48BD6-9F5D-7CD0-B920-5133E8BE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10E9B-7AFF-574D-7827-E5A20D836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39DB5-3616-F3DD-8EFD-AE0CDA82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8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A65E-15CF-A3BC-7B6B-AFFD14798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41BB4-2B08-BE8A-F750-800A7392D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610EF-29AB-5883-490E-6C43D3D3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A5CAC6-DD74-BB7E-1F66-276BE27B1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41E5DB-A5F6-4466-8D5A-50EE60070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6A70F-D5E3-FD0D-86EC-B337901E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E4BA8-52D9-BC11-5898-AE3255EB7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4921B6-C77F-A1A0-D620-7F9D2928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6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F4771-5CDA-F18E-D58F-10375FFA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409F8-CBB9-252F-6BA0-20F507CB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4B713-272C-8E15-F87C-12164E80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306B0-0ECB-D62A-BDEA-02D2717D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8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92CBF9-4814-420F-19E9-94A6934C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0B7C78-4A45-16CA-BEBE-6C325598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A6875-2E8A-E09D-BC8C-67003864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76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99718-43F1-C38F-FAC8-5FE5661A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7A10-55C1-9983-8254-FC0590A48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7FD32-17BB-1BFD-5B08-7D2C3A708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200DC-A14C-6E26-0E48-C4CCBB02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71E5A-2018-79F9-EE38-05ADA5FCE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AEE08-B312-DF61-1D79-177432B5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7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8A4E-9E78-1FC9-C245-337D9D92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E0F27-BB00-23A8-B964-E186F86A7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91652-F093-146B-93F0-28EF965D8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A1AEC-1327-D7BA-CFE7-2AAE14D7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FEA15-1BFF-5521-78B4-B38B095D9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1D044-9310-9F6E-8EF6-5C763CE2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6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3467-5DE1-F997-66E6-2FB13799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C9A2E-60AF-ABFB-8F2F-C56DEDDA1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F1364-AECF-3764-2196-0952A862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EBCD7-CE51-6A6F-44F3-2B0E25E47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AF889-FB59-9B79-CD7E-5E7296B76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0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C3A043-ED13-2AAA-500A-2448C1F2E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F4D3A-DCDC-F16D-3333-7FB35A7DC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D1CAA-E337-7370-B729-0A5BBE7F2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8B6DD-F106-2D0A-FFEF-85F8F5D5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37362-7E06-0EA1-8718-A378F0E4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9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833C0-D7A0-E4B8-923E-DC0A1FDEA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D862E-2DA7-1F4A-C09C-30EFE57B6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B2A56-0A0D-2C19-14F7-9244786EB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E8905-D22E-C04D-88A4-E21E1238751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2B07F-52AD-B2AB-6037-649087EE3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F4F84-DE79-993E-056D-0AD0534EC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3FD11-0C3E-2B45-9AE9-1BB8CDED4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50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F2C128-AE89-8D71-2221-99400CCF3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73" y="263339"/>
            <a:ext cx="4789569" cy="2883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82B8EE-5927-9C20-4EAD-D316C0E2D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447" y="0"/>
            <a:ext cx="6221506" cy="38768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B66F0E-02B3-A563-33AA-E2880A3BC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659" y="3661796"/>
            <a:ext cx="4861346" cy="30403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842F66-CD87-BF1A-8BD2-42EC99DEFBBB}"/>
              </a:ext>
            </a:extLst>
          </p:cNvPr>
          <p:cNvSpPr txBox="1"/>
          <p:nvPr/>
        </p:nvSpPr>
        <p:spPr>
          <a:xfrm>
            <a:off x="242047" y="263339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(a)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9EE46-F1E9-B4E4-B961-6C21E8FE988A}"/>
              </a:ext>
            </a:extLst>
          </p:cNvPr>
          <p:cNvSpPr txBox="1"/>
          <p:nvPr/>
        </p:nvSpPr>
        <p:spPr>
          <a:xfrm>
            <a:off x="5507361" y="155857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(b)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53462-7E8F-4948-C530-B2352B2A0CCE}"/>
              </a:ext>
            </a:extLst>
          </p:cNvPr>
          <p:cNvSpPr txBox="1"/>
          <p:nvPr/>
        </p:nvSpPr>
        <p:spPr>
          <a:xfrm>
            <a:off x="2342310" y="3668391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61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A1E1D-58E5-520C-569D-9525AD6C5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C12A51-DEA5-727C-A455-890561F2F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7120"/>
          <a:stretch>
            <a:fillRect/>
          </a:stretch>
        </p:blipFill>
        <p:spPr>
          <a:xfrm>
            <a:off x="2476500" y="2873828"/>
            <a:ext cx="7239000" cy="284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29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EAF6E16-C23D-9AAE-2280-D7BEEB1BF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30" y="160231"/>
            <a:ext cx="5166164" cy="319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C2C04D7-2359-D66D-5897-36D877F01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389" y="143730"/>
            <a:ext cx="5472479" cy="3383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9112C48-C549-FB30-EDF6-59B456D5D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377" y="3354424"/>
            <a:ext cx="5672233" cy="3507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B7BB7F-E1A0-7AAE-A12B-A9024205CEF3}"/>
              </a:ext>
            </a:extLst>
          </p:cNvPr>
          <p:cNvSpPr txBox="1"/>
          <p:nvPr/>
        </p:nvSpPr>
        <p:spPr>
          <a:xfrm>
            <a:off x="497540" y="222998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(a)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02E9A-E49D-73DF-2C69-44FA7F9323AF}"/>
              </a:ext>
            </a:extLst>
          </p:cNvPr>
          <p:cNvSpPr txBox="1"/>
          <p:nvPr/>
        </p:nvSpPr>
        <p:spPr>
          <a:xfrm>
            <a:off x="5974975" y="21881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(b)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AD4CF-9ACD-FE88-C0B2-423ACBBA7EA9}"/>
              </a:ext>
            </a:extLst>
          </p:cNvPr>
          <p:cNvSpPr txBox="1"/>
          <p:nvPr/>
        </p:nvSpPr>
        <p:spPr>
          <a:xfrm>
            <a:off x="2597803" y="3547368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588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5252</TotalTime>
  <Words>18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Nan</dc:creator>
  <cp:lastModifiedBy>Wang, Nan</cp:lastModifiedBy>
  <cp:revision>1</cp:revision>
  <dcterms:created xsi:type="dcterms:W3CDTF">2026-05-01T22:10:06Z</dcterms:created>
  <dcterms:modified xsi:type="dcterms:W3CDTF">2026-05-05T13:42:26Z</dcterms:modified>
</cp:coreProperties>
</file>